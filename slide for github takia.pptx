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Lst>
  <p:sldSz cx="18288000" cy="10287000"/>
  <p:notesSz cx="6858000" cy="9144000"/>
  <p:embeddedFontLst>
    <p:embeddedFont>
      <p:font typeface="CAT Neuzeit" charset="1" panose="00000000000000000000"/>
      <p:regular r:id="rId11"/>
    </p:embeddedFont>
    <p:embeddedFont>
      <p:font typeface="Mukta Mahee" charset="1" panose="020B0000000000000000"/>
      <p:regular r:id="rId1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fonts/font11.fntdata" Type="http://schemas.openxmlformats.org/officeDocument/2006/relationships/font"/><Relationship Id="rId12" Target="fonts/font12.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png" Type="http://schemas.openxmlformats.org/officeDocument/2006/relationships/image"/><Relationship Id="rId11" Target="../media/image14.sv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9C6DB"/>
        </a:solidFill>
      </p:bgPr>
    </p:bg>
    <p:spTree>
      <p:nvGrpSpPr>
        <p:cNvPr id="1" name=""/>
        <p:cNvGrpSpPr/>
        <p:nvPr/>
      </p:nvGrpSpPr>
      <p:grpSpPr>
        <a:xfrm>
          <a:off x="0" y="0"/>
          <a:ext cx="0" cy="0"/>
          <a:chOff x="0" y="0"/>
          <a:chExt cx="0" cy="0"/>
        </a:xfrm>
      </p:grpSpPr>
      <p:sp>
        <p:nvSpPr>
          <p:cNvPr name="Freeform 2" id="2"/>
          <p:cNvSpPr/>
          <p:nvPr/>
        </p:nvSpPr>
        <p:spPr>
          <a:xfrm flipH="false" flipV="false" rot="-1331052">
            <a:off x="-2167013" y="-2000309"/>
            <a:ext cx="10018399" cy="4444526"/>
          </a:xfrm>
          <a:custGeom>
            <a:avLst/>
            <a:gdLst/>
            <a:ahLst/>
            <a:cxnLst/>
            <a:rect r="r" b="b" t="t" l="l"/>
            <a:pathLst>
              <a:path h="4444526" w="10018399">
                <a:moveTo>
                  <a:pt x="0" y="0"/>
                </a:moveTo>
                <a:lnTo>
                  <a:pt x="10018399" y="0"/>
                </a:lnTo>
                <a:lnTo>
                  <a:pt x="10018399" y="4444526"/>
                </a:lnTo>
                <a:lnTo>
                  <a:pt x="0" y="444452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1331052">
            <a:off x="10658539" y="8064737"/>
            <a:ext cx="10018399" cy="4444526"/>
          </a:xfrm>
          <a:custGeom>
            <a:avLst/>
            <a:gdLst/>
            <a:ahLst/>
            <a:cxnLst/>
            <a:rect r="r" b="b" t="t" l="l"/>
            <a:pathLst>
              <a:path h="4444526" w="10018399">
                <a:moveTo>
                  <a:pt x="10018399" y="4444526"/>
                </a:moveTo>
                <a:lnTo>
                  <a:pt x="0" y="4444526"/>
                </a:lnTo>
                <a:lnTo>
                  <a:pt x="0" y="0"/>
                </a:lnTo>
                <a:lnTo>
                  <a:pt x="10018399" y="0"/>
                </a:lnTo>
                <a:lnTo>
                  <a:pt x="10018399" y="4444526"/>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true" flipV="false" rot="0">
            <a:off x="16186298" y="-1528458"/>
            <a:ext cx="2842953" cy="4114800"/>
          </a:xfrm>
          <a:custGeom>
            <a:avLst/>
            <a:gdLst/>
            <a:ahLst/>
            <a:cxnLst/>
            <a:rect r="r" b="b" t="t" l="l"/>
            <a:pathLst>
              <a:path h="4114800" w="2842953">
                <a:moveTo>
                  <a:pt x="2842953" y="0"/>
                </a:moveTo>
                <a:lnTo>
                  <a:pt x="0" y="0"/>
                </a:lnTo>
                <a:lnTo>
                  <a:pt x="0" y="4114800"/>
                </a:lnTo>
                <a:lnTo>
                  <a:pt x="2842953" y="4114800"/>
                </a:lnTo>
                <a:lnTo>
                  <a:pt x="2842953"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3391933">
            <a:off x="-693975" y="7790698"/>
            <a:ext cx="2723249" cy="4114800"/>
          </a:xfrm>
          <a:custGeom>
            <a:avLst/>
            <a:gdLst/>
            <a:ahLst/>
            <a:cxnLst/>
            <a:rect r="r" b="b" t="t" l="l"/>
            <a:pathLst>
              <a:path h="4114800" w="2723249">
                <a:moveTo>
                  <a:pt x="0" y="0"/>
                </a:moveTo>
                <a:lnTo>
                  <a:pt x="2723249" y="0"/>
                </a:lnTo>
                <a:lnTo>
                  <a:pt x="2723249"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564143" y="6953361"/>
            <a:ext cx="2214045" cy="2842163"/>
          </a:xfrm>
          <a:custGeom>
            <a:avLst/>
            <a:gdLst/>
            <a:ahLst/>
            <a:cxnLst/>
            <a:rect r="r" b="b" t="t" l="l"/>
            <a:pathLst>
              <a:path h="2842163" w="2214045">
                <a:moveTo>
                  <a:pt x="0" y="0"/>
                </a:moveTo>
                <a:lnTo>
                  <a:pt x="2214045" y="0"/>
                </a:lnTo>
                <a:lnTo>
                  <a:pt x="2214045" y="2842164"/>
                </a:lnTo>
                <a:lnTo>
                  <a:pt x="0" y="284216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true" flipV="true" rot="0">
            <a:off x="15509812" y="491475"/>
            <a:ext cx="2214045" cy="2842163"/>
          </a:xfrm>
          <a:custGeom>
            <a:avLst/>
            <a:gdLst/>
            <a:ahLst/>
            <a:cxnLst/>
            <a:rect r="r" b="b" t="t" l="l"/>
            <a:pathLst>
              <a:path h="2842163" w="2214045">
                <a:moveTo>
                  <a:pt x="2214045" y="2842164"/>
                </a:moveTo>
                <a:lnTo>
                  <a:pt x="0" y="2842164"/>
                </a:lnTo>
                <a:lnTo>
                  <a:pt x="0" y="0"/>
                </a:lnTo>
                <a:lnTo>
                  <a:pt x="2214045" y="0"/>
                </a:lnTo>
                <a:lnTo>
                  <a:pt x="2214045" y="2842164"/>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8" id="8"/>
          <p:cNvSpPr txBox="true"/>
          <p:nvPr/>
        </p:nvSpPr>
        <p:spPr>
          <a:xfrm rot="0">
            <a:off x="4061146" y="3158147"/>
            <a:ext cx="10165707" cy="4090241"/>
          </a:xfrm>
          <a:prstGeom prst="rect">
            <a:avLst/>
          </a:prstGeom>
        </p:spPr>
        <p:txBody>
          <a:bodyPr anchor="t" rtlCol="false" tIns="0" lIns="0" bIns="0" rIns="0">
            <a:spAutoFit/>
          </a:bodyPr>
          <a:lstStyle/>
          <a:p>
            <a:pPr algn="ctr">
              <a:lnSpc>
                <a:spcPts val="15292"/>
              </a:lnSpc>
            </a:pPr>
            <a:r>
              <a:rPr lang="en-US" sz="16991">
                <a:solidFill>
                  <a:srgbClr val="4D6259"/>
                </a:solidFill>
                <a:latin typeface="CAT Neuzeit"/>
                <a:ea typeface="CAT Neuzeit"/>
                <a:cs typeface="CAT Neuzeit"/>
                <a:sym typeface="CAT Neuzeit"/>
              </a:rPr>
              <a:t>GROUP PROJECT</a:t>
            </a:r>
          </a:p>
        </p:txBody>
      </p:sp>
      <p:sp>
        <p:nvSpPr>
          <p:cNvPr name="TextBox 9" id="9"/>
          <p:cNvSpPr txBox="true"/>
          <p:nvPr/>
        </p:nvSpPr>
        <p:spPr>
          <a:xfrm rot="0">
            <a:off x="5490882" y="7044072"/>
            <a:ext cx="7306236" cy="522931"/>
          </a:xfrm>
          <a:prstGeom prst="rect">
            <a:avLst/>
          </a:prstGeom>
        </p:spPr>
        <p:txBody>
          <a:bodyPr anchor="t" rtlCol="false" tIns="0" lIns="0" bIns="0" rIns="0">
            <a:spAutoFit/>
          </a:bodyPr>
          <a:lstStyle/>
          <a:p>
            <a:pPr algn="ctr">
              <a:lnSpc>
                <a:spcPts val="3802"/>
              </a:lnSpc>
            </a:pPr>
            <a:r>
              <a:rPr lang="en-US" sz="4225">
                <a:solidFill>
                  <a:srgbClr val="4D6259"/>
                </a:solidFill>
                <a:latin typeface="Mukta Mahee"/>
                <a:ea typeface="Mukta Mahee"/>
                <a:cs typeface="Mukta Mahee"/>
                <a:sym typeface="Mukta Mahee"/>
              </a:rPr>
              <a:t>Presented by Leaf Group</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5EEE8"/>
        </a:solidFill>
      </p:bgPr>
    </p:bg>
    <p:spTree>
      <p:nvGrpSpPr>
        <p:cNvPr id="1" name=""/>
        <p:cNvGrpSpPr/>
        <p:nvPr/>
      </p:nvGrpSpPr>
      <p:grpSpPr>
        <a:xfrm>
          <a:off x="0" y="0"/>
          <a:ext cx="0" cy="0"/>
          <a:chOff x="0" y="0"/>
          <a:chExt cx="0" cy="0"/>
        </a:xfrm>
      </p:grpSpPr>
      <p:sp>
        <p:nvSpPr>
          <p:cNvPr name="Freeform 2" id="2"/>
          <p:cNvSpPr/>
          <p:nvPr/>
        </p:nvSpPr>
        <p:spPr>
          <a:xfrm flipH="false" flipV="false" rot="-1331052">
            <a:off x="-2167013" y="-2000309"/>
            <a:ext cx="10018399" cy="4444526"/>
          </a:xfrm>
          <a:custGeom>
            <a:avLst/>
            <a:gdLst/>
            <a:ahLst/>
            <a:cxnLst/>
            <a:rect r="r" b="b" t="t" l="l"/>
            <a:pathLst>
              <a:path h="4444526" w="10018399">
                <a:moveTo>
                  <a:pt x="0" y="0"/>
                </a:moveTo>
                <a:lnTo>
                  <a:pt x="10018399" y="0"/>
                </a:lnTo>
                <a:lnTo>
                  <a:pt x="10018399" y="4444526"/>
                </a:lnTo>
                <a:lnTo>
                  <a:pt x="0" y="444452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1331052">
            <a:off x="10658539" y="8064737"/>
            <a:ext cx="10018399" cy="4444526"/>
          </a:xfrm>
          <a:custGeom>
            <a:avLst/>
            <a:gdLst/>
            <a:ahLst/>
            <a:cxnLst/>
            <a:rect r="r" b="b" t="t" l="l"/>
            <a:pathLst>
              <a:path h="4444526" w="10018399">
                <a:moveTo>
                  <a:pt x="10018399" y="4444526"/>
                </a:moveTo>
                <a:lnTo>
                  <a:pt x="0" y="4444526"/>
                </a:lnTo>
                <a:lnTo>
                  <a:pt x="0" y="0"/>
                </a:lnTo>
                <a:lnTo>
                  <a:pt x="10018399" y="0"/>
                </a:lnTo>
                <a:lnTo>
                  <a:pt x="10018399" y="4444526"/>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6186298" y="-1528458"/>
            <a:ext cx="2842953" cy="4114800"/>
          </a:xfrm>
          <a:custGeom>
            <a:avLst/>
            <a:gdLst/>
            <a:ahLst/>
            <a:cxnLst/>
            <a:rect r="r" b="b" t="t" l="l"/>
            <a:pathLst>
              <a:path h="4114800" w="2842953">
                <a:moveTo>
                  <a:pt x="2842953" y="0"/>
                </a:moveTo>
                <a:lnTo>
                  <a:pt x="0" y="0"/>
                </a:lnTo>
                <a:lnTo>
                  <a:pt x="0" y="4114800"/>
                </a:lnTo>
                <a:lnTo>
                  <a:pt x="2842953" y="4114800"/>
                </a:lnTo>
                <a:lnTo>
                  <a:pt x="2842953"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3391933">
            <a:off x="-693975" y="7790698"/>
            <a:ext cx="2723249" cy="4114800"/>
          </a:xfrm>
          <a:custGeom>
            <a:avLst/>
            <a:gdLst/>
            <a:ahLst/>
            <a:cxnLst/>
            <a:rect r="r" b="b" t="t" l="l"/>
            <a:pathLst>
              <a:path h="4114800" w="2723249">
                <a:moveTo>
                  <a:pt x="0" y="0"/>
                </a:moveTo>
                <a:lnTo>
                  <a:pt x="2723249" y="0"/>
                </a:lnTo>
                <a:lnTo>
                  <a:pt x="2723249"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564143" y="6953361"/>
            <a:ext cx="2214045" cy="2842163"/>
          </a:xfrm>
          <a:custGeom>
            <a:avLst/>
            <a:gdLst/>
            <a:ahLst/>
            <a:cxnLst/>
            <a:rect r="r" b="b" t="t" l="l"/>
            <a:pathLst>
              <a:path h="2842163" w="2214045">
                <a:moveTo>
                  <a:pt x="0" y="0"/>
                </a:moveTo>
                <a:lnTo>
                  <a:pt x="2214045" y="0"/>
                </a:lnTo>
                <a:lnTo>
                  <a:pt x="2214045" y="2842164"/>
                </a:lnTo>
                <a:lnTo>
                  <a:pt x="0" y="284216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true" flipV="true" rot="0">
            <a:off x="15509812" y="491475"/>
            <a:ext cx="2214045" cy="2842163"/>
          </a:xfrm>
          <a:custGeom>
            <a:avLst/>
            <a:gdLst/>
            <a:ahLst/>
            <a:cxnLst/>
            <a:rect r="r" b="b" t="t" l="l"/>
            <a:pathLst>
              <a:path h="2842163" w="2214045">
                <a:moveTo>
                  <a:pt x="2214045" y="2842164"/>
                </a:moveTo>
                <a:lnTo>
                  <a:pt x="0" y="2842164"/>
                </a:lnTo>
                <a:lnTo>
                  <a:pt x="0" y="0"/>
                </a:lnTo>
                <a:lnTo>
                  <a:pt x="2214045" y="0"/>
                </a:lnTo>
                <a:lnTo>
                  <a:pt x="2214045" y="2842164"/>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8" id="8"/>
          <p:cNvSpPr txBox="true"/>
          <p:nvPr/>
        </p:nvSpPr>
        <p:spPr>
          <a:xfrm rot="0">
            <a:off x="6132540" y="3524139"/>
            <a:ext cx="5500889" cy="946262"/>
          </a:xfrm>
          <a:prstGeom prst="rect">
            <a:avLst/>
          </a:prstGeom>
        </p:spPr>
        <p:txBody>
          <a:bodyPr anchor="t" rtlCol="false" tIns="0" lIns="0" bIns="0" rIns="0">
            <a:spAutoFit/>
          </a:bodyPr>
          <a:lstStyle/>
          <a:p>
            <a:pPr algn="ctr">
              <a:lnSpc>
                <a:spcPts val="6717"/>
              </a:lnSpc>
            </a:pPr>
            <a:r>
              <a:rPr lang="en-US" sz="7463">
                <a:solidFill>
                  <a:srgbClr val="4D6259"/>
                </a:solidFill>
                <a:latin typeface="CAT Neuzeit"/>
                <a:ea typeface="CAT Neuzeit"/>
                <a:cs typeface="CAT Neuzeit"/>
                <a:sym typeface="CAT Neuzeit"/>
              </a:rPr>
              <a:t>OUR TEAM</a:t>
            </a:r>
          </a:p>
        </p:txBody>
      </p:sp>
      <p:sp>
        <p:nvSpPr>
          <p:cNvPr name="Freeform 9" id="9"/>
          <p:cNvSpPr/>
          <p:nvPr/>
        </p:nvSpPr>
        <p:spPr>
          <a:xfrm flipH="false" flipV="false" rot="0">
            <a:off x="6654571" y="4862866"/>
            <a:ext cx="803789" cy="2146040"/>
          </a:xfrm>
          <a:custGeom>
            <a:avLst/>
            <a:gdLst/>
            <a:ahLst/>
            <a:cxnLst/>
            <a:rect r="r" b="b" t="t" l="l"/>
            <a:pathLst>
              <a:path h="2146040" w="803789">
                <a:moveTo>
                  <a:pt x="0" y="0"/>
                </a:moveTo>
                <a:lnTo>
                  <a:pt x="803789" y="0"/>
                </a:lnTo>
                <a:lnTo>
                  <a:pt x="803789" y="2146040"/>
                </a:lnTo>
                <a:lnTo>
                  <a:pt x="0" y="214604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0" id="10"/>
          <p:cNvSpPr txBox="true"/>
          <p:nvPr/>
        </p:nvSpPr>
        <p:spPr>
          <a:xfrm rot="0">
            <a:off x="7838760" y="4894862"/>
            <a:ext cx="3794669" cy="522931"/>
          </a:xfrm>
          <a:prstGeom prst="rect">
            <a:avLst/>
          </a:prstGeom>
        </p:spPr>
        <p:txBody>
          <a:bodyPr anchor="t" rtlCol="false" tIns="0" lIns="0" bIns="0" rIns="0">
            <a:spAutoFit/>
          </a:bodyPr>
          <a:lstStyle/>
          <a:p>
            <a:pPr algn="l">
              <a:lnSpc>
                <a:spcPts val="3802"/>
              </a:lnSpc>
            </a:pPr>
            <a:r>
              <a:rPr lang="en-US" sz="4225">
                <a:solidFill>
                  <a:srgbClr val="4D6259"/>
                </a:solidFill>
                <a:latin typeface="Mukta Mahee"/>
                <a:ea typeface="Mukta Mahee"/>
                <a:cs typeface="Mukta Mahee"/>
                <a:sym typeface="Mukta Mahee"/>
              </a:rPr>
              <a:t>Rahima</a:t>
            </a:r>
          </a:p>
        </p:txBody>
      </p:sp>
      <p:sp>
        <p:nvSpPr>
          <p:cNvPr name="TextBox 11" id="11"/>
          <p:cNvSpPr txBox="true"/>
          <p:nvPr/>
        </p:nvSpPr>
        <p:spPr>
          <a:xfrm rot="0">
            <a:off x="7838760" y="5731571"/>
            <a:ext cx="3794669" cy="522931"/>
          </a:xfrm>
          <a:prstGeom prst="rect">
            <a:avLst/>
          </a:prstGeom>
        </p:spPr>
        <p:txBody>
          <a:bodyPr anchor="t" rtlCol="false" tIns="0" lIns="0" bIns="0" rIns="0">
            <a:spAutoFit/>
          </a:bodyPr>
          <a:lstStyle/>
          <a:p>
            <a:pPr algn="l">
              <a:lnSpc>
                <a:spcPts val="3802"/>
              </a:lnSpc>
            </a:pPr>
            <a:r>
              <a:rPr lang="en-US" sz="4225">
                <a:solidFill>
                  <a:srgbClr val="4D6259"/>
                </a:solidFill>
                <a:latin typeface="Mukta Mahee"/>
                <a:ea typeface="Mukta Mahee"/>
                <a:cs typeface="Mukta Mahee"/>
                <a:sym typeface="Mukta Mahee"/>
              </a:rPr>
              <a:t>karima</a:t>
            </a:r>
          </a:p>
        </p:txBody>
      </p:sp>
      <p:sp>
        <p:nvSpPr>
          <p:cNvPr name="TextBox 12" id="12"/>
          <p:cNvSpPr txBox="true"/>
          <p:nvPr/>
        </p:nvSpPr>
        <p:spPr>
          <a:xfrm rot="0">
            <a:off x="7838760" y="6568279"/>
            <a:ext cx="3794669" cy="522931"/>
          </a:xfrm>
          <a:prstGeom prst="rect">
            <a:avLst/>
          </a:prstGeom>
        </p:spPr>
        <p:txBody>
          <a:bodyPr anchor="t" rtlCol="false" tIns="0" lIns="0" bIns="0" rIns="0">
            <a:spAutoFit/>
          </a:bodyPr>
          <a:lstStyle/>
          <a:p>
            <a:pPr algn="l">
              <a:lnSpc>
                <a:spcPts val="3802"/>
              </a:lnSpc>
            </a:pPr>
            <a:r>
              <a:rPr lang="en-US" sz="4225">
                <a:solidFill>
                  <a:srgbClr val="4D6259"/>
                </a:solidFill>
                <a:latin typeface="Mukta Mahee"/>
                <a:ea typeface="Mukta Mahee"/>
                <a:cs typeface="Mukta Mahee"/>
                <a:sym typeface="Mukta Mahee"/>
              </a:rPr>
              <a:t>Sania</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5EEE8"/>
        </a:solidFill>
      </p:bgPr>
    </p:bg>
    <p:spTree>
      <p:nvGrpSpPr>
        <p:cNvPr id="1" name=""/>
        <p:cNvGrpSpPr/>
        <p:nvPr/>
      </p:nvGrpSpPr>
      <p:grpSpPr>
        <a:xfrm>
          <a:off x="0" y="0"/>
          <a:ext cx="0" cy="0"/>
          <a:chOff x="0" y="0"/>
          <a:chExt cx="0" cy="0"/>
        </a:xfrm>
      </p:grpSpPr>
      <p:sp>
        <p:nvSpPr>
          <p:cNvPr name="Freeform 2" id="2"/>
          <p:cNvSpPr/>
          <p:nvPr/>
        </p:nvSpPr>
        <p:spPr>
          <a:xfrm flipH="false" flipV="false" rot="-1331052">
            <a:off x="-2167013" y="-2000309"/>
            <a:ext cx="10018399" cy="4444526"/>
          </a:xfrm>
          <a:custGeom>
            <a:avLst/>
            <a:gdLst/>
            <a:ahLst/>
            <a:cxnLst/>
            <a:rect r="r" b="b" t="t" l="l"/>
            <a:pathLst>
              <a:path h="4444526" w="10018399">
                <a:moveTo>
                  <a:pt x="0" y="0"/>
                </a:moveTo>
                <a:lnTo>
                  <a:pt x="10018399" y="0"/>
                </a:lnTo>
                <a:lnTo>
                  <a:pt x="10018399" y="4444526"/>
                </a:lnTo>
                <a:lnTo>
                  <a:pt x="0" y="444452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1331052">
            <a:off x="10658539" y="8064737"/>
            <a:ext cx="10018399" cy="4444526"/>
          </a:xfrm>
          <a:custGeom>
            <a:avLst/>
            <a:gdLst/>
            <a:ahLst/>
            <a:cxnLst/>
            <a:rect r="r" b="b" t="t" l="l"/>
            <a:pathLst>
              <a:path h="4444526" w="10018399">
                <a:moveTo>
                  <a:pt x="10018399" y="4444526"/>
                </a:moveTo>
                <a:lnTo>
                  <a:pt x="0" y="4444526"/>
                </a:lnTo>
                <a:lnTo>
                  <a:pt x="0" y="0"/>
                </a:lnTo>
                <a:lnTo>
                  <a:pt x="10018399" y="0"/>
                </a:lnTo>
                <a:lnTo>
                  <a:pt x="10018399" y="4444526"/>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6186298" y="-1528458"/>
            <a:ext cx="2842953" cy="4114800"/>
          </a:xfrm>
          <a:custGeom>
            <a:avLst/>
            <a:gdLst/>
            <a:ahLst/>
            <a:cxnLst/>
            <a:rect r="r" b="b" t="t" l="l"/>
            <a:pathLst>
              <a:path h="4114800" w="2842953">
                <a:moveTo>
                  <a:pt x="2842953" y="0"/>
                </a:moveTo>
                <a:lnTo>
                  <a:pt x="0" y="0"/>
                </a:lnTo>
                <a:lnTo>
                  <a:pt x="0" y="4114800"/>
                </a:lnTo>
                <a:lnTo>
                  <a:pt x="2842953" y="4114800"/>
                </a:lnTo>
                <a:lnTo>
                  <a:pt x="2842953"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3391933">
            <a:off x="-693975" y="7790698"/>
            <a:ext cx="2723249" cy="4114800"/>
          </a:xfrm>
          <a:custGeom>
            <a:avLst/>
            <a:gdLst/>
            <a:ahLst/>
            <a:cxnLst/>
            <a:rect r="r" b="b" t="t" l="l"/>
            <a:pathLst>
              <a:path h="4114800" w="2723249">
                <a:moveTo>
                  <a:pt x="0" y="0"/>
                </a:moveTo>
                <a:lnTo>
                  <a:pt x="2723249" y="0"/>
                </a:lnTo>
                <a:lnTo>
                  <a:pt x="2723249"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564143" y="6953361"/>
            <a:ext cx="2214045" cy="2842163"/>
          </a:xfrm>
          <a:custGeom>
            <a:avLst/>
            <a:gdLst/>
            <a:ahLst/>
            <a:cxnLst/>
            <a:rect r="r" b="b" t="t" l="l"/>
            <a:pathLst>
              <a:path h="2842163" w="2214045">
                <a:moveTo>
                  <a:pt x="0" y="0"/>
                </a:moveTo>
                <a:lnTo>
                  <a:pt x="2214045" y="0"/>
                </a:lnTo>
                <a:lnTo>
                  <a:pt x="2214045" y="2842164"/>
                </a:lnTo>
                <a:lnTo>
                  <a:pt x="0" y="284216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true" flipV="true" rot="0">
            <a:off x="15509812" y="491475"/>
            <a:ext cx="2214045" cy="2842163"/>
          </a:xfrm>
          <a:custGeom>
            <a:avLst/>
            <a:gdLst/>
            <a:ahLst/>
            <a:cxnLst/>
            <a:rect r="r" b="b" t="t" l="l"/>
            <a:pathLst>
              <a:path h="2842163" w="2214045">
                <a:moveTo>
                  <a:pt x="2214045" y="2842164"/>
                </a:moveTo>
                <a:lnTo>
                  <a:pt x="0" y="2842164"/>
                </a:lnTo>
                <a:lnTo>
                  <a:pt x="0" y="0"/>
                </a:lnTo>
                <a:lnTo>
                  <a:pt x="2214045" y="0"/>
                </a:lnTo>
                <a:lnTo>
                  <a:pt x="2214045" y="2842164"/>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8" id="8"/>
          <p:cNvSpPr txBox="true"/>
          <p:nvPr/>
        </p:nvSpPr>
        <p:spPr>
          <a:xfrm rot="0">
            <a:off x="6393555" y="1238250"/>
            <a:ext cx="5500889" cy="1012071"/>
          </a:xfrm>
          <a:prstGeom prst="rect">
            <a:avLst/>
          </a:prstGeom>
        </p:spPr>
        <p:txBody>
          <a:bodyPr anchor="t" rtlCol="false" tIns="0" lIns="0" bIns="0" rIns="0">
            <a:spAutoFit/>
          </a:bodyPr>
          <a:lstStyle/>
          <a:p>
            <a:pPr algn="ctr">
              <a:lnSpc>
                <a:spcPts val="7257"/>
              </a:lnSpc>
            </a:pPr>
            <a:r>
              <a:rPr lang="en-US" sz="8063">
                <a:solidFill>
                  <a:srgbClr val="4D6259"/>
                </a:solidFill>
                <a:latin typeface="CAT Neuzeit"/>
                <a:ea typeface="CAT Neuzeit"/>
                <a:cs typeface="CAT Neuzeit"/>
                <a:sym typeface="CAT Neuzeit"/>
              </a:rPr>
              <a:t>ABSTRACT</a:t>
            </a:r>
          </a:p>
        </p:txBody>
      </p:sp>
      <p:sp>
        <p:nvSpPr>
          <p:cNvPr name="TextBox 9" id="9"/>
          <p:cNvSpPr txBox="true"/>
          <p:nvPr/>
        </p:nvSpPr>
        <p:spPr>
          <a:xfrm rot="0">
            <a:off x="2969758" y="2529192"/>
            <a:ext cx="12348484" cy="4170674"/>
          </a:xfrm>
          <a:prstGeom prst="rect">
            <a:avLst/>
          </a:prstGeom>
        </p:spPr>
        <p:txBody>
          <a:bodyPr anchor="t" rtlCol="false" tIns="0" lIns="0" bIns="0" rIns="0">
            <a:spAutoFit/>
          </a:bodyPr>
          <a:lstStyle/>
          <a:p>
            <a:pPr algn="l">
              <a:lnSpc>
                <a:spcPts val="4795"/>
              </a:lnSpc>
            </a:pPr>
            <a:r>
              <a:rPr lang="en-US" sz="3425">
                <a:solidFill>
                  <a:srgbClr val="4D6259"/>
                </a:solidFill>
                <a:latin typeface="Mukta Mahee"/>
                <a:ea typeface="Mukta Mahee"/>
                <a:cs typeface="Mukta Mahee"/>
                <a:sym typeface="Mukta Mahee"/>
              </a:rPr>
              <a:t>Effective network configuration and optimization are critical for guaranteeing smooth communication, dependable performance, and strong security in any enterprise. As technology advances, keeping a scalable and secure network is crucial for responding to new problems and opportunities. A well-optimized network is more than a technical need; it is also a strategic asset that supports organizational success.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5EEE8"/>
        </a:solidFill>
      </p:bgPr>
    </p:bg>
    <p:spTree>
      <p:nvGrpSpPr>
        <p:cNvPr id="1" name=""/>
        <p:cNvGrpSpPr/>
        <p:nvPr/>
      </p:nvGrpSpPr>
      <p:grpSpPr>
        <a:xfrm>
          <a:off x="0" y="0"/>
          <a:ext cx="0" cy="0"/>
          <a:chOff x="0" y="0"/>
          <a:chExt cx="0" cy="0"/>
        </a:xfrm>
      </p:grpSpPr>
      <p:sp>
        <p:nvSpPr>
          <p:cNvPr name="Freeform 2" id="2"/>
          <p:cNvSpPr/>
          <p:nvPr/>
        </p:nvSpPr>
        <p:spPr>
          <a:xfrm flipH="false" flipV="false" rot="-1331052">
            <a:off x="-2167013" y="-2000309"/>
            <a:ext cx="10018399" cy="4444526"/>
          </a:xfrm>
          <a:custGeom>
            <a:avLst/>
            <a:gdLst/>
            <a:ahLst/>
            <a:cxnLst/>
            <a:rect r="r" b="b" t="t" l="l"/>
            <a:pathLst>
              <a:path h="4444526" w="10018399">
                <a:moveTo>
                  <a:pt x="0" y="0"/>
                </a:moveTo>
                <a:lnTo>
                  <a:pt x="10018399" y="0"/>
                </a:lnTo>
                <a:lnTo>
                  <a:pt x="10018399" y="4444526"/>
                </a:lnTo>
                <a:lnTo>
                  <a:pt x="0" y="444452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1331052">
            <a:off x="10658539" y="8064737"/>
            <a:ext cx="10018399" cy="4444526"/>
          </a:xfrm>
          <a:custGeom>
            <a:avLst/>
            <a:gdLst/>
            <a:ahLst/>
            <a:cxnLst/>
            <a:rect r="r" b="b" t="t" l="l"/>
            <a:pathLst>
              <a:path h="4444526" w="10018399">
                <a:moveTo>
                  <a:pt x="10018399" y="4444526"/>
                </a:moveTo>
                <a:lnTo>
                  <a:pt x="0" y="4444526"/>
                </a:lnTo>
                <a:lnTo>
                  <a:pt x="0" y="0"/>
                </a:lnTo>
                <a:lnTo>
                  <a:pt x="10018399" y="0"/>
                </a:lnTo>
                <a:lnTo>
                  <a:pt x="10018399" y="4444526"/>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6186298" y="-1528458"/>
            <a:ext cx="2842953" cy="4114800"/>
          </a:xfrm>
          <a:custGeom>
            <a:avLst/>
            <a:gdLst/>
            <a:ahLst/>
            <a:cxnLst/>
            <a:rect r="r" b="b" t="t" l="l"/>
            <a:pathLst>
              <a:path h="4114800" w="2842953">
                <a:moveTo>
                  <a:pt x="2842953" y="0"/>
                </a:moveTo>
                <a:lnTo>
                  <a:pt x="0" y="0"/>
                </a:lnTo>
                <a:lnTo>
                  <a:pt x="0" y="4114800"/>
                </a:lnTo>
                <a:lnTo>
                  <a:pt x="2842953" y="4114800"/>
                </a:lnTo>
                <a:lnTo>
                  <a:pt x="2842953"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3391933">
            <a:off x="-693975" y="7790698"/>
            <a:ext cx="2723249" cy="4114800"/>
          </a:xfrm>
          <a:custGeom>
            <a:avLst/>
            <a:gdLst/>
            <a:ahLst/>
            <a:cxnLst/>
            <a:rect r="r" b="b" t="t" l="l"/>
            <a:pathLst>
              <a:path h="4114800" w="2723249">
                <a:moveTo>
                  <a:pt x="0" y="0"/>
                </a:moveTo>
                <a:lnTo>
                  <a:pt x="2723249" y="0"/>
                </a:lnTo>
                <a:lnTo>
                  <a:pt x="2723249"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564143" y="6953361"/>
            <a:ext cx="2214045" cy="2842163"/>
          </a:xfrm>
          <a:custGeom>
            <a:avLst/>
            <a:gdLst/>
            <a:ahLst/>
            <a:cxnLst/>
            <a:rect r="r" b="b" t="t" l="l"/>
            <a:pathLst>
              <a:path h="2842163" w="2214045">
                <a:moveTo>
                  <a:pt x="0" y="0"/>
                </a:moveTo>
                <a:lnTo>
                  <a:pt x="2214045" y="0"/>
                </a:lnTo>
                <a:lnTo>
                  <a:pt x="2214045" y="2842164"/>
                </a:lnTo>
                <a:lnTo>
                  <a:pt x="0" y="284216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true" flipV="true" rot="0">
            <a:off x="15509812" y="491475"/>
            <a:ext cx="2214045" cy="2842163"/>
          </a:xfrm>
          <a:custGeom>
            <a:avLst/>
            <a:gdLst/>
            <a:ahLst/>
            <a:cxnLst/>
            <a:rect r="r" b="b" t="t" l="l"/>
            <a:pathLst>
              <a:path h="2842163" w="2214045">
                <a:moveTo>
                  <a:pt x="2214045" y="2842164"/>
                </a:moveTo>
                <a:lnTo>
                  <a:pt x="0" y="2842164"/>
                </a:lnTo>
                <a:lnTo>
                  <a:pt x="0" y="0"/>
                </a:lnTo>
                <a:lnTo>
                  <a:pt x="2214045" y="0"/>
                </a:lnTo>
                <a:lnTo>
                  <a:pt x="2214045" y="2842164"/>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8" id="8"/>
          <p:cNvSpPr txBox="true"/>
          <p:nvPr/>
        </p:nvSpPr>
        <p:spPr>
          <a:xfrm rot="0">
            <a:off x="5110483" y="1801489"/>
            <a:ext cx="8067034" cy="1012071"/>
          </a:xfrm>
          <a:prstGeom prst="rect">
            <a:avLst/>
          </a:prstGeom>
        </p:spPr>
        <p:txBody>
          <a:bodyPr anchor="t" rtlCol="false" tIns="0" lIns="0" bIns="0" rIns="0">
            <a:spAutoFit/>
          </a:bodyPr>
          <a:lstStyle/>
          <a:p>
            <a:pPr algn="ctr">
              <a:lnSpc>
                <a:spcPts val="7257"/>
              </a:lnSpc>
            </a:pPr>
            <a:r>
              <a:rPr lang="en-US" sz="8063">
                <a:solidFill>
                  <a:srgbClr val="4D6259"/>
                </a:solidFill>
                <a:latin typeface="CAT Neuzeit"/>
                <a:ea typeface="CAT Neuzeit"/>
                <a:cs typeface="CAT Neuzeit"/>
                <a:sym typeface="CAT Neuzeit"/>
              </a:rPr>
              <a:t>INTRODUCTION</a:t>
            </a:r>
          </a:p>
        </p:txBody>
      </p:sp>
      <p:sp>
        <p:nvSpPr>
          <p:cNvPr name="TextBox 9" id="9"/>
          <p:cNvSpPr txBox="true"/>
          <p:nvPr/>
        </p:nvSpPr>
        <p:spPr>
          <a:xfrm rot="0">
            <a:off x="2969758" y="3276489"/>
            <a:ext cx="12348484" cy="8371199"/>
          </a:xfrm>
          <a:prstGeom prst="rect">
            <a:avLst/>
          </a:prstGeom>
        </p:spPr>
        <p:txBody>
          <a:bodyPr anchor="t" rtlCol="false" tIns="0" lIns="0" bIns="0" rIns="0">
            <a:spAutoFit/>
          </a:bodyPr>
          <a:lstStyle/>
          <a:p>
            <a:pPr algn="l">
              <a:lnSpc>
                <a:spcPts val="4795"/>
              </a:lnSpc>
            </a:pPr>
            <a:r>
              <a:rPr lang="en-US" sz="3425">
                <a:solidFill>
                  <a:srgbClr val="4D6259"/>
                </a:solidFill>
                <a:latin typeface="Mukta Mahee"/>
                <a:ea typeface="Mukta Mahee"/>
                <a:cs typeface="Mukta Mahee"/>
                <a:sym typeface="Mukta Mahee"/>
              </a:rPr>
              <a:t>In today's digital age, every company's IT infrastructure is built on a well-designed and efficient network. Network setup comprises configuring hardware and software to maintain consistent connectivity, whereas optimization seeks to increase performance, speed, and security. This presentation will go over the key phases of network design, look at optimization techniques, and underline the need of maintaining a secure and high-performance network in order to meet business objectives.</a:t>
            </a:r>
          </a:p>
          <a:p>
            <a:pPr algn="l">
              <a:lnSpc>
                <a:spcPts val="4795"/>
              </a:lnSpc>
            </a:pPr>
          </a:p>
          <a:p>
            <a:pPr algn="l">
              <a:lnSpc>
                <a:spcPts val="4795"/>
              </a:lnSpc>
            </a:pPr>
          </a:p>
          <a:p>
            <a:pPr algn="l">
              <a:lnSpc>
                <a:spcPts val="4795"/>
              </a:lnSpc>
            </a:pPr>
          </a:p>
          <a:p>
            <a:pPr algn="l">
              <a:lnSpc>
                <a:spcPts val="4795"/>
              </a:lnSpc>
            </a:pPr>
          </a:p>
          <a:p>
            <a:pPr algn="l">
              <a:lnSpc>
                <a:spcPts val="4795"/>
              </a:lnSpc>
            </a:pPr>
          </a:p>
          <a:p>
            <a:pPr algn="l">
              <a:lnSpc>
                <a:spcPts val="4795"/>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5EEE8"/>
        </a:solidFill>
      </p:bgPr>
    </p:bg>
    <p:spTree>
      <p:nvGrpSpPr>
        <p:cNvPr id="1" name=""/>
        <p:cNvGrpSpPr/>
        <p:nvPr/>
      </p:nvGrpSpPr>
      <p:grpSpPr>
        <a:xfrm>
          <a:off x="0" y="0"/>
          <a:ext cx="0" cy="0"/>
          <a:chOff x="0" y="0"/>
          <a:chExt cx="0" cy="0"/>
        </a:xfrm>
      </p:grpSpPr>
      <p:sp>
        <p:nvSpPr>
          <p:cNvPr name="Freeform 2" id="2"/>
          <p:cNvSpPr/>
          <p:nvPr/>
        </p:nvSpPr>
        <p:spPr>
          <a:xfrm flipH="false" flipV="false" rot="-1331052">
            <a:off x="-2167013" y="-2000309"/>
            <a:ext cx="10018399" cy="4444526"/>
          </a:xfrm>
          <a:custGeom>
            <a:avLst/>
            <a:gdLst/>
            <a:ahLst/>
            <a:cxnLst/>
            <a:rect r="r" b="b" t="t" l="l"/>
            <a:pathLst>
              <a:path h="4444526" w="10018399">
                <a:moveTo>
                  <a:pt x="0" y="0"/>
                </a:moveTo>
                <a:lnTo>
                  <a:pt x="10018399" y="0"/>
                </a:lnTo>
                <a:lnTo>
                  <a:pt x="10018399" y="4444526"/>
                </a:lnTo>
                <a:lnTo>
                  <a:pt x="0" y="444452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1331052">
            <a:off x="10658539" y="8064737"/>
            <a:ext cx="10018399" cy="4444526"/>
          </a:xfrm>
          <a:custGeom>
            <a:avLst/>
            <a:gdLst/>
            <a:ahLst/>
            <a:cxnLst/>
            <a:rect r="r" b="b" t="t" l="l"/>
            <a:pathLst>
              <a:path h="4444526" w="10018399">
                <a:moveTo>
                  <a:pt x="10018399" y="4444526"/>
                </a:moveTo>
                <a:lnTo>
                  <a:pt x="0" y="4444526"/>
                </a:lnTo>
                <a:lnTo>
                  <a:pt x="0" y="0"/>
                </a:lnTo>
                <a:lnTo>
                  <a:pt x="10018399" y="0"/>
                </a:lnTo>
                <a:lnTo>
                  <a:pt x="10018399" y="4444526"/>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6186298" y="-1528458"/>
            <a:ext cx="2842953" cy="4114800"/>
          </a:xfrm>
          <a:custGeom>
            <a:avLst/>
            <a:gdLst/>
            <a:ahLst/>
            <a:cxnLst/>
            <a:rect r="r" b="b" t="t" l="l"/>
            <a:pathLst>
              <a:path h="4114800" w="2842953">
                <a:moveTo>
                  <a:pt x="2842953" y="0"/>
                </a:moveTo>
                <a:lnTo>
                  <a:pt x="0" y="0"/>
                </a:lnTo>
                <a:lnTo>
                  <a:pt x="0" y="4114800"/>
                </a:lnTo>
                <a:lnTo>
                  <a:pt x="2842953" y="4114800"/>
                </a:lnTo>
                <a:lnTo>
                  <a:pt x="2842953"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3391933">
            <a:off x="-693975" y="7790698"/>
            <a:ext cx="2723249" cy="4114800"/>
          </a:xfrm>
          <a:custGeom>
            <a:avLst/>
            <a:gdLst/>
            <a:ahLst/>
            <a:cxnLst/>
            <a:rect r="r" b="b" t="t" l="l"/>
            <a:pathLst>
              <a:path h="4114800" w="2723249">
                <a:moveTo>
                  <a:pt x="0" y="0"/>
                </a:moveTo>
                <a:lnTo>
                  <a:pt x="2723249" y="0"/>
                </a:lnTo>
                <a:lnTo>
                  <a:pt x="2723249"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564143" y="6953361"/>
            <a:ext cx="2214045" cy="2842163"/>
          </a:xfrm>
          <a:custGeom>
            <a:avLst/>
            <a:gdLst/>
            <a:ahLst/>
            <a:cxnLst/>
            <a:rect r="r" b="b" t="t" l="l"/>
            <a:pathLst>
              <a:path h="2842163" w="2214045">
                <a:moveTo>
                  <a:pt x="0" y="0"/>
                </a:moveTo>
                <a:lnTo>
                  <a:pt x="2214045" y="0"/>
                </a:lnTo>
                <a:lnTo>
                  <a:pt x="2214045" y="2842164"/>
                </a:lnTo>
                <a:lnTo>
                  <a:pt x="0" y="284216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true" flipV="true" rot="0">
            <a:off x="15509812" y="491475"/>
            <a:ext cx="2214045" cy="2842163"/>
          </a:xfrm>
          <a:custGeom>
            <a:avLst/>
            <a:gdLst/>
            <a:ahLst/>
            <a:cxnLst/>
            <a:rect r="r" b="b" t="t" l="l"/>
            <a:pathLst>
              <a:path h="2842163" w="2214045">
                <a:moveTo>
                  <a:pt x="2214045" y="2842164"/>
                </a:moveTo>
                <a:lnTo>
                  <a:pt x="0" y="2842164"/>
                </a:lnTo>
                <a:lnTo>
                  <a:pt x="0" y="0"/>
                </a:lnTo>
                <a:lnTo>
                  <a:pt x="2214045" y="0"/>
                </a:lnTo>
                <a:lnTo>
                  <a:pt x="2214045" y="2842164"/>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8" id="8"/>
          <p:cNvSpPr txBox="true"/>
          <p:nvPr/>
        </p:nvSpPr>
        <p:spPr>
          <a:xfrm rot="0">
            <a:off x="5110483" y="3103977"/>
            <a:ext cx="8067034" cy="1012071"/>
          </a:xfrm>
          <a:prstGeom prst="rect">
            <a:avLst/>
          </a:prstGeom>
        </p:spPr>
        <p:txBody>
          <a:bodyPr anchor="t" rtlCol="false" tIns="0" lIns="0" bIns="0" rIns="0">
            <a:spAutoFit/>
          </a:bodyPr>
          <a:lstStyle/>
          <a:p>
            <a:pPr algn="ctr">
              <a:lnSpc>
                <a:spcPts val="7257"/>
              </a:lnSpc>
            </a:pPr>
            <a:r>
              <a:rPr lang="en-US" sz="8063">
                <a:solidFill>
                  <a:srgbClr val="4D6259"/>
                </a:solidFill>
                <a:latin typeface="CAT Neuzeit"/>
                <a:ea typeface="CAT Neuzeit"/>
                <a:cs typeface="CAT Neuzeit"/>
                <a:sym typeface="CAT Neuzeit"/>
              </a:rPr>
              <a:t>CONCLUSION</a:t>
            </a:r>
          </a:p>
        </p:txBody>
      </p:sp>
      <p:sp>
        <p:nvSpPr>
          <p:cNvPr name="TextBox 9" id="9"/>
          <p:cNvSpPr txBox="true"/>
          <p:nvPr/>
        </p:nvSpPr>
        <p:spPr>
          <a:xfrm rot="0">
            <a:off x="2969758" y="4422049"/>
            <a:ext cx="12348484" cy="4170674"/>
          </a:xfrm>
          <a:prstGeom prst="rect">
            <a:avLst/>
          </a:prstGeom>
        </p:spPr>
        <p:txBody>
          <a:bodyPr anchor="t" rtlCol="false" tIns="0" lIns="0" bIns="0" rIns="0">
            <a:spAutoFit/>
          </a:bodyPr>
          <a:lstStyle/>
          <a:p>
            <a:pPr algn="ctr">
              <a:lnSpc>
                <a:spcPts val="4795"/>
              </a:lnSpc>
            </a:pPr>
            <a:r>
              <a:rPr lang="en-US" sz="3425">
                <a:solidFill>
                  <a:srgbClr val="4D6259"/>
                </a:solidFill>
                <a:latin typeface="Mukta Mahee"/>
                <a:ea typeface="Mukta Mahee"/>
                <a:cs typeface="Mukta Mahee"/>
                <a:sym typeface="Mukta Mahee"/>
              </a:rPr>
              <a:t>Finally, an IT Support Technician is critical to ensuring that an organization's IT infrastructure runs smoothly. They promote smooth business operations and increase customer happiness by offering prompt assistance, diagnosing technological difficulties, and maintaining system performance. Their experience, agility, and drive to problem-solving are vital in an ever-changing technology context.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DAGcGHjcAD4</dc:identifier>
  <dcterms:modified xsi:type="dcterms:W3CDTF">2011-08-01T06:04:30Z</dcterms:modified>
  <cp:revision>1</cp:revision>
  <dc:title>slide for github takia</dc:title>
</cp:coreProperties>
</file>